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3"/>
  </p:notesMasterIdLst>
  <p:handoutMasterIdLst>
    <p:handoutMasterId r:id="rId4"/>
  </p:handoutMasterIdLst>
  <p:sldIdLst>
    <p:sldId id="309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D6"/>
    <a:srgbClr val="005CB0"/>
    <a:srgbClr val="004A8D"/>
    <a:srgbClr val="007DEE"/>
    <a:srgbClr val="4285F6"/>
    <a:srgbClr val="00D6FF"/>
    <a:srgbClr val="FFFFFF"/>
    <a:srgbClr val="DD4237"/>
    <a:srgbClr val="F4B401"/>
    <a:srgbClr val="109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1332" autoAdjust="0"/>
    <p:restoredTop sz="96081" autoAdjust="0"/>
  </p:normalViewPr>
  <p:slideViewPr>
    <p:cSldViewPr>
      <p:cViewPr varScale="1">
        <p:scale>
          <a:sx n="83" d="100"/>
          <a:sy n="83" d="100"/>
        </p:scale>
        <p:origin x="240" y="42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5643F0-71E5-DEEC-D865-D112842BA5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D145D-AADE-4BFC-2D2E-0232D2B357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2DBEC-B996-4708-0B08-2AD5B2B80B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C5B7F8-B5F4-1249-A68E-9FEC3C756C6E}" type="slidenum">
              <a:rPr lang="en-ID"/>
              <a:pPr>
                <a:defRPr/>
              </a:pPr>
              <a:t>‹Nº›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18C89F-1DAD-11E3-D376-47A74EEFA7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53307-D1F8-2269-3C4A-AFFD2F90F7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0B4DFFD-A91E-914A-BE9A-B1B9B61B0B7F}" type="datetimeFigureOut">
              <a:rPr lang="en-ID"/>
              <a:pPr>
                <a:defRPr/>
              </a:pPr>
              <a:t>09/11/25</a:t>
            </a:fld>
            <a:endParaRPr lang="en-ID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D92734-24B0-121A-FB89-9829DC216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D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9A6F203-D326-BC2B-83EC-7EB0C04F2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D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8518E-74E8-6F25-80C2-CFF656D6EF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E18E3-EFFA-DE53-A7E0-F2BB5E4BD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ED9C299-FD36-2D4B-9F62-2CBD93D91230}" type="slidenum">
              <a:rPr lang="en-ID"/>
              <a:pPr>
                <a:defRPr/>
              </a:pPr>
              <a:t>‹Nº›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37" kern="1200">
        <a:solidFill>
          <a:schemeClr val="tx1"/>
        </a:solidFill>
        <a:latin typeface="+mn-lt"/>
        <a:ea typeface="+mn-ea"/>
        <a:cs typeface="+mn-cs"/>
      </a:defRPr>
    </a:lvl1pPr>
    <a:lvl2pPr marL="623402" algn="l" rtl="0" eaLnBrk="0" fontAlgn="base" hangingPunct="0">
      <a:spcBef>
        <a:spcPct val="30000"/>
      </a:spcBef>
      <a:spcAft>
        <a:spcPct val="0"/>
      </a:spcAft>
      <a:defRPr sz="1637" kern="1200">
        <a:solidFill>
          <a:schemeClr val="tx1"/>
        </a:solidFill>
        <a:latin typeface="+mn-lt"/>
        <a:ea typeface="+mn-ea"/>
        <a:cs typeface="+mn-cs"/>
      </a:defRPr>
    </a:lvl2pPr>
    <a:lvl3pPr marL="1246803" algn="l" rtl="0" eaLnBrk="0" fontAlgn="base" hangingPunct="0">
      <a:spcBef>
        <a:spcPct val="30000"/>
      </a:spcBef>
      <a:spcAft>
        <a:spcPct val="0"/>
      </a:spcAft>
      <a:defRPr sz="1637" kern="1200">
        <a:solidFill>
          <a:schemeClr val="tx1"/>
        </a:solidFill>
        <a:latin typeface="+mn-lt"/>
        <a:ea typeface="+mn-ea"/>
        <a:cs typeface="+mn-cs"/>
      </a:defRPr>
    </a:lvl3pPr>
    <a:lvl4pPr marL="1870205" algn="l" rtl="0" eaLnBrk="0" fontAlgn="base" hangingPunct="0">
      <a:spcBef>
        <a:spcPct val="30000"/>
      </a:spcBef>
      <a:spcAft>
        <a:spcPct val="0"/>
      </a:spcAft>
      <a:defRPr sz="1637" kern="1200">
        <a:solidFill>
          <a:schemeClr val="tx1"/>
        </a:solidFill>
        <a:latin typeface="+mn-lt"/>
        <a:ea typeface="+mn-ea"/>
        <a:cs typeface="+mn-cs"/>
      </a:defRPr>
    </a:lvl4pPr>
    <a:lvl5pPr marL="2493605" algn="l" rtl="0" eaLnBrk="0" fontAlgn="base" hangingPunct="0">
      <a:spcBef>
        <a:spcPct val="30000"/>
      </a:spcBef>
      <a:spcAft>
        <a:spcPct val="0"/>
      </a:spcAft>
      <a:defRPr sz="1637" kern="1200">
        <a:solidFill>
          <a:schemeClr val="tx1"/>
        </a:solidFill>
        <a:latin typeface="+mn-lt"/>
        <a:ea typeface="+mn-ea"/>
        <a:cs typeface="+mn-cs"/>
      </a:defRPr>
    </a:lvl5pPr>
    <a:lvl6pPr marL="3117006" algn="l" defTabSz="1246803" rtl="0" eaLnBrk="1" latinLnBrk="0" hangingPunct="1">
      <a:defRPr sz="1637" kern="1200">
        <a:solidFill>
          <a:schemeClr val="tx1"/>
        </a:solidFill>
        <a:latin typeface="+mn-lt"/>
        <a:ea typeface="+mn-ea"/>
        <a:cs typeface="+mn-cs"/>
      </a:defRPr>
    </a:lvl6pPr>
    <a:lvl7pPr marL="3740408" algn="l" defTabSz="1246803" rtl="0" eaLnBrk="1" latinLnBrk="0" hangingPunct="1">
      <a:defRPr sz="1637" kern="1200">
        <a:solidFill>
          <a:schemeClr val="tx1"/>
        </a:solidFill>
        <a:latin typeface="+mn-lt"/>
        <a:ea typeface="+mn-ea"/>
        <a:cs typeface="+mn-cs"/>
      </a:defRPr>
    </a:lvl7pPr>
    <a:lvl8pPr marL="4363810" algn="l" defTabSz="1246803" rtl="0" eaLnBrk="1" latinLnBrk="0" hangingPunct="1">
      <a:defRPr sz="1637" kern="1200">
        <a:solidFill>
          <a:schemeClr val="tx1"/>
        </a:solidFill>
        <a:latin typeface="+mn-lt"/>
        <a:ea typeface="+mn-ea"/>
        <a:cs typeface="+mn-cs"/>
      </a:defRPr>
    </a:lvl8pPr>
    <a:lvl9pPr marL="4987211" algn="l" defTabSz="1246803" rtl="0" eaLnBrk="1" latinLnBrk="0" hangingPunct="1">
      <a:defRPr sz="16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talezas"/>
          <p:cNvSpPr>
            <a:spLocks noGrp="1"/>
          </p:cNvSpPr>
          <p:nvPr>
            <p:ph sz="half" idx="2"/>
          </p:nvPr>
        </p:nvSpPr>
        <p:spPr>
          <a:xfrm>
            <a:off x="1018756" y="2713494"/>
            <a:ext cx="5852160" cy="20574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8" name="Oportunidades">
            <a:extLst>
              <a:ext uri="{FF2B5EF4-FFF2-40B4-BE49-F238E27FC236}">
                <a16:creationId xmlns:a16="http://schemas.microsoft.com/office/drawing/2014/main" id="{C74620E8-831F-BF75-A057-AF130C02BB4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772400" y="2713494"/>
            <a:ext cx="5852160" cy="20574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9" name="Debilidades">
            <a:extLst>
              <a:ext uri="{FF2B5EF4-FFF2-40B4-BE49-F238E27FC236}">
                <a16:creationId xmlns:a16="http://schemas.microsoft.com/office/drawing/2014/main" id="{A255B157-89A5-F6C6-FAF3-78A72028028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18756" y="5734050"/>
            <a:ext cx="5852160" cy="20574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10" name="Amenazas">
            <a:extLst>
              <a:ext uri="{FF2B5EF4-FFF2-40B4-BE49-F238E27FC236}">
                <a16:creationId xmlns:a16="http://schemas.microsoft.com/office/drawing/2014/main" id="{F9F74C30-0043-ADB8-A991-75048C314231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7772400" y="5734050"/>
            <a:ext cx="5852160" cy="20574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2" name="Titulo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933450"/>
          </a:xfrm>
          <a:prstGeom prst="rect">
            <a:avLst/>
          </a:prstGeo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6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Atelier">
            <a:extLst>
              <a:ext uri="{FF2B5EF4-FFF2-40B4-BE49-F238E27FC236}">
                <a16:creationId xmlns:a16="http://schemas.microsoft.com/office/drawing/2014/main" id="{498239D6-D710-95E8-6DBA-72FDAB0C47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8399" y="7532778"/>
            <a:ext cx="585521" cy="532695"/>
          </a:xfrm>
          <a:prstGeom prst="rect">
            <a:avLst/>
          </a:prstGeom>
        </p:spPr>
      </p:pic>
      <p:sp>
        <p:nvSpPr>
          <p:cNvPr id="22" name="Figura">
            <a:extLst>
              <a:ext uri="{FF2B5EF4-FFF2-40B4-BE49-F238E27FC236}">
                <a16:creationId xmlns:a16="http://schemas.microsoft.com/office/drawing/2014/main" id="{6D421AA9-2EC6-78F2-9334-CF29D47D4BBB}"/>
              </a:ext>
            </a:extLst>
          </p:cNvPr>
          <p:cNvSpPr/>
          <p:nvPr userDrawn="1"/>
        </p:nvSpPr>
        <p:spPr>
          <a:xfrm>
            <a:off x="7703237" y="5068831"/>
            <a:ext cx="502259" cy="482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228600">
              <a:def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1" name="Figura">
            <a:extLst>
              <a:ext uri="{FF2B5EF4-FFF2-40B4-BE49-F238E27FC236}">
                <a16:creationId xmlns:a16="http://schemas.microsoft.com/office/drawing/2014/main" id="{70E98210-DC86-D660-C5B6-5246436608C9}"/>
              </a:ext>
            </a:extLst>
          </p:cNvPr>
          <p:cNvSpPr/>
          <p:nvPr userDrawn="1"/>
        </p:nvSpPr>
        <p:spPr>
          <a:xfrm>
            <a:off x="1021741" y="1930911"/>
            <a:ext cx="502259" cy="482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228600">
              <a:def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6" name="Figura">
            <a:extLst>
              <a:ext uri="{FF2B5EF4-FFF2-40B4-BE49-F238E27FC236}">
                <a16:creationId xmlns:a16="http://schemas.microsoft.com/office/drawing/2014/main" id="{1ABA87EF-1F07-7FD8-96AB-5980494A5EC4}"/>
              </a:ext>
            </a:extLst>
          </p:cNvPr>
          <p:cNvSpPr/>
          <p:nvPr userDrawn="1"/>
        </p:nvSpPr>
        <p:spPr>
          <a:xfrm>
            <a:off x="7689243" y="1930911"/>
            <a:ext cx="502259" cy="482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228600">
              <a:def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9" name="Figura">
            <a:extLst>
              <a:ext uri="{FF2B5EF4-FFF2-40B4-BE49-F238E27FC236}">
                <a16:creationId xmlns:a16="http://schemas.microsoft.com/office/drawing/2014/main" id="{3208B397-A664-C5FA-38D7-DB6F68D4D3EC}"/>
              </a:ext>
            </a:extLst>
          </p:cNvPr>
          <p:cNvSpPr/>
          <p:nvPr userDrawn="1"/>
        </p:nvSpPr>
        <p:spPr>
          <a:xfrm>
            <a:off x="1035735" y="5068831"/>
            <a:ext cx="502259" cy="4825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defTabSz="228600">
              <a:def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1" name="Titulo Amenazas">
            <a:extLst>
              <a:ext uri="{FF2B5EF4-FFF2-40B4-BE49-F238E27FC236}">
                <a16:creationId xmlns:a16="http://schemas.microsoft.com/office/drawing/2014/main" id="{2B4A1074-02E7-EBE8-28A6-4176DDCEB389}"/>
              </a:ext>
            </a:extLst>
          </p:cNvPr>
          <p:cNvSpPr txBox="1">
            <a:spLocks/>
          </p:cNvSpPr>
          <p:nvPr userDrawn="1"/>
        </p:nvSpPr>
        <p:spPr>
          <a:xfrm>
            <a:off x="8205496" y="4981446"/>
            <a:ext cx="3276600" cy="657354"/>
          </a:xfrm>
          <a:prstGeom prst="rect">
            <a:avLst/>
          </a:prstGeom>
        </p:spPr>
        <p:txBody>
          <a:bodyPr anchor="ctr"/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3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AMENAZAS</a:t>
            </a:r>
            <a:endParaRPr lang="en-US" sz="3600" kern="1200" dirty="0">
              <a:solidFill>
                <a:schemeClr val="accent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8" name="Titulo Debilidades">
            <a:extLst>
              <a:ext uri="{FF2B5EF4-FFF2-40B4-BE49-F238E27FC236}">
                <a16:creationId xmlns:a16="http://schemas.microsoft.com/office/drawing/2014/main" id="{762D701F-C2ED-4014-7406-6D318A51D5A7}"/>
              </a:ext>
            </a:extLst>
          </p:cNvPr>
          <p:cNvSpPr txBox="1">
            <a:spLocks/>
          </p:cNvSpPr>
          <p:nvPr userDrawn="1"/>
        </p:nvSpPr>
        <p:spPr>
          <a:xfrm>
            <a:off x="1537994" y="4981446"/>
            <a:ext cx="3276600" cy="657354"/>
          </a:xfrm>
          <a:prstGeom prst="rect">
            <a:avLst/>
          </a:prstGeom>
        </p:spPr>
        <p:txBody>
          <a:bodyPr anchor="ctr"/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3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DEBILIDADES</a:t>
            </a:r>
            <a:endParaRPr lang="en-US" sz="3600" kern="1200" dirty="0">
              <a:solidFill>
                <a:schemeClr val="accent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5" name="Titulo Oportunidades">
            <a:extLst>
              <a:ext uri="{FF2B5EF4-FFF2-40B4-BE49-F238E27FC236}">
                <a16:creationId xmlns:a16="http://schemas.microsoft.com/office/drawing/2014/main" id="{50346608-A8CA-3BE2-0162-4515C1695666}"/>
              </a:ext>
            </a:extLst>
          </p:cNvPr>
          <p:cNvSpPr txBox="1">
            <a:spLocks/>
          </p:cNvSpPr>
          <p:nvPr userDrawn="1"/>
        </p:nvSpPr>
        <p:spPr>
          <a:xfrm>
            <a:off x="8191502" y="1843526"/>
            <a:ext cx="3848098" cy="657354"/>
          </a:xfrm>
          <a:prstGeom prst="rect">
            <a:avLst/>
          </a:prstGeom>
        </p:spPr>
        <p:txBody>
          <a:bodyPr anchor="ctr"/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3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OPORTUNIDADES</a:t>
            </a:r>
            <a:endParaRPr lang="en-US" sz="3600" kern="1200" dirty="0">
              <a:solidFill>
                <a:schemeClr val="accent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ulo Fortalezas">
            <a:extLst>
              <a:ext uri="{FF2B5EF4-FFF2-40B4-BE49-F238E27FC236}">
                <a16:creationId xmlns:a16="http://schemas.microsoft.com/office/drawing/2014/main" id="{75C91B20-2E8B-2257-F957-B5DAE3C07CD2}"/>
              </a:ext>
            </a:extLst>
          </p:cNvPr>
          <p:cNvSpPr txBox="1">
            <a:spLocks/>
          </p:cNvSpPr>
          <p:nvPr userDrawn="1"/>
        </p:nvSpPr>
        <p:spPr>
          <a:xfrm>
            <a:off x="1524000" y="1843526"/>
            <a:ext cx="3276600" cy="657354"/>
          </a:xfrm>
          <a:prstGeom prst="rect">
            <a:avLst/>
          </a:prstGeom>
        </p:spPr>
        <p:txBody>
          <a:bodyPr anchor="ctr"/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3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rPr>
              <a:t>FORTALEZAS</a:t>
            </a:r>
            <a:endParaRPr lang="en-US" sz="3600" kern="1200" dirty="0">
              <a:solidFill>
                <a:schemeClr val="accent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41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p:transition spd="med">
    <p:fade/>
  </p:transition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400" b="1" kern="1200" spc="-300" dirty="0">
          <a:solidFill>
            <a:schemeClr val="accent1"/>
          </a:solidFill>
          <a:latin typeface="Oswald" pitchFamily="2" charset="77"/>
          <a:ea typeface="+mn-ea"/>
          <a:cs typeface="+mn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331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8066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Oswald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Muadz Abdan S</dc:creator>
  <cp:lastModifiedBy>Microsoft Office User</cp:lastModifiedBy>
  <cp:revision>2245</cp:revision>
  <dcterms:created xsi:type="dcterms:W3CDTF">2024-04-23T01:40:14Z</dcterms:created>
  <dcterms:modified xsi:type="dcterms:W3CDTF">2025-11-10T02:07:45Z</dcterms:modified>
</cp:coreProperties>
</file>